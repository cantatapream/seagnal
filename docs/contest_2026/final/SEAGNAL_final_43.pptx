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Relationship Id="rId3" Type="http://schemas.openxmlformats.org/officeDocument/2006/relationships/image" Target="../media/image3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Relationship Id="rId3" Type="http://schemas.openxmlformats.org/officeDocument/2006/relationships/image" Target="../media/image4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Relationship Id="rId3" Type="http://schemas.openxmlformats.org/officeDocument/2006/relationships/image" Target="../media/image4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Relationship Id="rId3" Type="http://schemas.openxmlformats.org/officeDocument/2006/relationships/image" Target="../media/image6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jpg"/><Relationship Id="rId3" Type="http://schemas.openxmlformats.org/officeDocument/2006/relationships/image" Target="../media/image6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jp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jpg"/><Relationship Id="rId3" Type="http://schemas.openxmlformats.org/officeDocument/2006/relationships/image" Target="../media/image71.png"/><Relationship Id="rId4" Type="http://schemas.openxmlformats.org/officeDocument/2006/relationships/image" Target="../media/image72.png"/><Relationship Id="rId5" Type="http://schemas.openxmlformats.org/officeDocument/2006/relationships/image" Target="../media/image7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jpg"/><Relationship Id="rId3" Type="http://schemas.openxmlformats.org/officeDocument/2006/relationships/image" Target="../media/image7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jpg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jp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jp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Relationship Id="rId6" Type="http://schemas.openxmlformats.org/officeDocument/2006/relationships/image" Target="../media/image8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jpg"/><Relationship Id="rId3" Type="http://schemas.openxmlformats.org/officeDocument/2006/relationships/image" Target="../media/image91.png"/><Relationship Id="rId4" Type="http://schemas.openxmlformats.org/officeDocument/2006/relationships/image" Target="../media/image92.png"/><Relationship Id="rId5" Type="http://schemas.openxmlformats.org/officeDocument/2006/relationships/image" Target="../media/image9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jpg"/><Relationship Id="rId3" Type="http://schemas.openxmlformats.org/officeDocument/2006/relationships/image" Target="../media/image10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2_S14_S15_첫화면_브리핑" descr="s0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2791" y="781943"/>
            <a:ext cx="3508744" cy="7591921"/>
          </a:xfrm>
          <a:prstGeom prst="rect">
            <a:avLst/>
          </a:prstGeom>
        </p:spPr>
      </p:pic>
      <p:pic>
        <p:nvPicPr>
          <p:cNvPr id="4" name="S02-1_수상_해양경찰청AI경진대회" descr="s0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8744" y="7098705"/>
            <a:ext cx="1358605" cy="1369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logo_기상청" descr="s0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349" y="2930823"/>
            <a:ext cx="4004930" cy="720229"/>
          </a:xfrm>
          <a:prstGeom prst="rect">
            <a:avLst/>
          </a:prstGeom>
        </p:spPr>
      </p:pic>
      <p:pic>
        <p:nvPicPr>
          <p:cNvPr id="4" name="logo_국립해양조사원" descr="s0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349" y="3875385"/>
            <a:ext cx="4004930" cy="732036"/>
          </a:xfrm>
          <a:prstGeom prst="rect">
            <a:avLst/>
          </a:prstGeom>
        </p:spPr>
      </p:pic>
      <p:pic>
        <p:nvPicPr>
          <p:cNvPr id="5" name="logo_국가법령정보센터" descr="s0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349" y="4808141"/>
            <a:ext cx="4004930" cy="743843"/>
          </a:xfrm>
          <a:prstGeom prst="rect">
            <a:avLst/>
          </a:prstGeom>
        </p:spPr>
      </p:pic>
      <p:pic>
        <p:nvPicPr>
          <p:cNvPr id="6" name="logo_윈디_모자이크" descr="s0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47628" y="6319441"/>
            <a:ext cx="567070" cy="578545"/>
          </a:xfrm>
          <a:prstGeom prst="rect">
            <a:avLst/>
          </a:prstGeom>
        </p:spPr>
      </p:pic>
      <p:pic>
        <p:nvPicPr>
          <p:cNvPr id="7" name="logo_바다타임_모자이크" descr="s05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56465" y="6319441"/>
            <a:ext cx="590698" cy="5785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8" descr="s09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326" y="5835352"/>
            <a:ext cx="3036186" cy="255031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_AI_제미나이_아이콘모음" descr="s1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30" y="4312245"/>
            <a:ext cx="7797209" cy="16057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2_S14_S15_첫화면_브리핑" descr="s1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302" y="1643856"/>
            <a:ext cx="1039628" cy="2148880"/>
          </a:xfrm>
          <a:prstGeom prst="rect">
            <a:avLst/>
          </a:prstGeom>
        </p:spPr>
      </p:pic>
      <p:pic>
        <p:nvPicPr>
          <p:cNvPr id="4" name="S09-2_해양종합정보탭" descr="s1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67" y="1655663"/>
            <a:ext cx="1027814" cy="2137073"/>
          </a:xfrm>
          <a:prstGeom prst="rect">
            <a:avLst/>
          </a:prstGeom>
        </p:spPr>
      </p:pic>
      <p:pic>
        <p:nvPicPr>
          <p:cNvPr id="5" name="S32_지도_연안해상_전국" descr="s1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8186" y="1655663"/>
            <a:ext cx="1039628" cy="2137073"/>
          </a:xfrm>
          <a:prstGeom prst="rect">
            <a:avLst/>
          </a:prstGeom>
        </p:spPr>
      </p:pic>
      <p:pic>
        <p:nvPicPr>
          <p:cNvPr id="6" name="S09-4_해양생활_바다낚시" descr="s1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56186" y="1655663"/>
            <a:ext cx="1039628" cy="2137073"/>
          </a:xfrm>
          <a:prstGeom prst="rect">
            <a:avLst/>
          </a:prstGeom>
        </p:spPr>
      </p:pic>
      <p:pic>
        <p:nvPicPr>
          <p:cNvPr id="7" name="S09-5_공지사항_전체" descr="s14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420651" y="1643856"/>
            <a:ext cx="1027814" cy="21488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2_S14_S15_첫화면_브리핑" descr="s1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6512" y="2505770"/>
            <a:ext cx="2729023" cy="58090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1-1_해상기상전망" descr="s1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9070" y="3155156"/>
            <a:ext cx="3237023" cy="2432248"/>
          </a:xfrm>
          <a:prstGeom prst="rect">
            <a:avLst/>
          </a:prstGeom>
        </p:spPr>
      </p:pic>
      <p:pic>
        <p:nvPicPr>
          <p:cNvPr id="4" name="S11-2_해상일기도" descr="s1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791" y="3155156"/>
            <a:ext cx="3248837" cy="1511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2-2_특보구역카드_전체화면" descr="s1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3907" y="1939032"/>
            <a:ext cx="2528186" cy="55020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3-1_특보알림_크롭" descr="s1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14" y="2316857"/>
            <a:ext cx="2079256" cy="1794669"/>
          </a:xfrm>
          <a:prstGeom prst="rect">
            <a:avLst/>
          </a:prstGeom>
        </p:spPr>
      </p:pic>
      <p:pic>
        <p:nvPicPr>
          <p:cNvPr id="4" name="S13-3_안전권고팝업_발표" descr="s1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5163" y="2316857"/>
            <a:ext cx="2374605" cy="116889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4-1_챗봇답변_크롭" descr="s2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1116" y="3237805"/>
            <a:ext cx="2079256" cy="436860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2_해양종합정보탭" descr="s2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256" y="2552998"/>
            <a:ext cx="2280093" cy="46519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2_해양종합정보탭" descr="s2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907" y="1407716"/>
            <a:ext cx="838791" cy="1818283"/>
          </a:xfrm>
          <a:prstGeom prst="rect">
            <a:avLst/>
          </a:prstGeom>
        </p:spPr>
      </p:pic>
      <p:pic>
        <p:nvPicPr>
          <p:cNvPr id="4" name="S18-2_유향유속" descr="s2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698" y="1407716"/>
            <a:ext cx="850605" cy="1818283"/>
          </a:xfrm>
          <a:prstGeom prst="rect">
            <a:avLst/>
          </a:prstGeom>
        </p:spPr>
      </p:pic>
      <p:pic>
        <p:nvPicPr>
          <p:cNvPr id="5" name="S18-3_파고파향" descr="s2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09302" y="1407716"/>
            <a:ext cx="838791" cy="181828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19-1_해점정보" descr="s2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3442" y="3013472"/>
            <a:ext cx="4725581" cy="2821880"/>
          </a:xfrm>
          <a:prstGeom prst="rect">
            <a:avLst/>
          </a:prstGeom>
        </p:spPr>
      </p:pic>
      <p:pic>
        <p:nvPicPr>
          <p:cNvPr id="4" name="S19-2_해점정보_아래" descr="s2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6977" y="3013472"/>
            <a:ext cx="4725581" cy="28218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0-1_태풍_기상청" descr="s2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651" y="2423120"/>
            <a:ext cx="2929860" cy="6682780"/>
          </a:xfrm>
          <a:prstGeom prst="rect">
            <a:avLst/>
          </a:prstGeom>
        </p:spPr>
      </p:pic>
      <p:pic>
        <p:nvPicPr>
          <p:cNvPr id="4" name="S20-2_태풍_JMA" descr="s2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1674" y="2423120"/>
            <a:ext cx="2929860" cy="6682780"/>
          </a:xfrm>
          <a:prstGeom prst="rect">
            <a:avLst/>
          </a:prstGeom>
        </p:spPr>
      </p:pic>
      <p:pic>
        <p:nvPicPr>
          <p:cNvPr id="5" name="Picture 4" descr="s26_top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023" y="3426718"/>
            <a:ext cx="7714512" cy="1983581"/>
          </a:xfrm>
          <a:prstGeom prst="rect">
            <a:avLst/>
          </a:prstGeom>
        </p:spPr>
      </p:pic>
      <p:pic>
        <p:nvPicPr>
          <p:cNvPr id="6" name="Picture 5" descr="s26_top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163" y="7075091"/>
            <a:ext cx="6899349" cy="1428651"/>
          </a:xfrm>
          <a:prstGeom prst="rect">
            <a:avLst/>
          </a:prstGeom>
        </p:spPr>
      </p:pic>
      <p:pic>
        <p:nvPicPr>
          <p:cNvPr id="7" name="Picture 6" descr="s26_top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7767" y="6177756"/>
            <a:ext cx="6710326" cy="232598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3_해양안전_사고분석" descr="s2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488" y="2104330"/>
            <a:ext cx="3473302" cy="498256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2-1_위험지형_잠김경고" descr="s28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837" y="2600226"/>
            <a:ext cx="2055628" cy="4203303"/>
          </a:xfrm>
          <a:prstGeom prst="rect">
            <a:avLst/>
          </a:prstGeom>
        </p:spPr>
      </p:pic>
      <p:pic>
        <p:nvPicPr>
          <p:cNvPr id="4" name="S22-3_물빠짐_예측팝업" descr="s28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9721" y="2600226"/>
            <a:ext cx="2055628" cy="420330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30_업무보고_대통령_원본넓게" descr="s30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6419" y="2352278"/>
            <a:ext cx="8364279" cy="536039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_판포포구_위험예측_위" descr="s31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2326" y="2777331"/>
            <a:ext cx="1713023" cy="3790057"/>
          </a:xfrm>
          <a:prstGeom prst="rect">
            <a:avLst/>
          </a:prstGeom>
        </p:spPr>
      </p:pic>
      <p:pic>
        <p:nvPicPr>
          <p:cNvPr id="4" name="S_판포포구_위험예측_아래" descr="s3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91535" y="2777331"/>
            <a:ext cx="1713023" cy="379005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32_지도_연안만" descr="s32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93" y="2175173"/>
            <a:ext cx="2067442" cy="4758234"/>
          </a:xfrm>
          <a:prstGeom prst="rect">
            <a:avLst/>
          </a:prstGeom>
        </p:spPr>
      </p:pic>
      <p:pic>
        <p:nvPicPr>
          <p:cNvPr id="4" name="S31-2_연안_바텀시트_영도" descr="s3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6093" y="2175173"/>
            <a:ext cx="2067442" cy="4758234"/>
          </a:xfrm>
          <a:prstGeom prst="rect">
            <a:avLst/>
          </a:prstGeom>
        </p:spPr>
      </p:pic>
      <p:pic>
        <p:nvPicPr>
          <p:cNvPr id="5" name="S32_지도_해상만_전국" descr="s3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6093" y="2175173"/>
            <a:ext cx="2079256" cy="475823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32-1_연안_바텀시트_아래_영도" descr="s3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2651" y="2116138"/>
            <a:ext cx="1488558" cy="318789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33-1_브리핑_총평_PC" descr="s3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302" y="2352278"/>
            <a:ext cx="1890233" cy="4250531"/>
          </a:xfrm>
          <a:prstGeom prst="rect">
            <a:avLst/>
          </a:prstGeom>
        </p:spPr>
      </p:pic>
      <p:pic>
        <p:nvPicPr>
          <p:cNvPr id="4" name="S33-2_브리핑_관광지카드" descr="s3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4233" y="2352278"/>
            <a:ext cx="1866605" cy="4250531"/>
          </a:xfrm>
          <a:prstGeom prst="rect">
            <a:avLst/>
          </a:prstGeom>
        </p:spPr>
      </p:pic>
      <p:pic>
        <p:nvPicPr>
          <p:cNvPr id="5" name="S33-3_브리핑_관할설정" descr="s3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1535" y="2352278"/>
            <a:ext cx="1866605" cy="4250531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4-1_금지구역_지도" descr="s35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093" y="3202384"/>
            <a:ext cx="2043814" cy="2455862"/>
          </a:xfrm>
          <a:prstGeom prst="rect">
            <a:avLst/>
          </a:prstGeom>
        </p:spPr>
      </p:pic>
      <p:pic>
        <p:nvPicPr>
          <p:cNvPr id="4" name="S24-3_출입통제구역_팝업" descr="s3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558" y="3202384"/>
            <a:ext cx="2032000" cy="2455862"/>
          </a:xfrm>
          <a:prstGeom prst="rect">
            <a:avLst/>
          </a:prstGeom>
        </p:spPr>
      </p:pic>
      <p:pic>
        <p:nvPicPr>
          <p:cNvPr id="5" name="S24-4_항행경보" descr="s3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7721" y="4123333"/>
            <a:ext cx="2599070" cy="2798266"/>
          </a:xfrm>
          <a:prstGeom prst="rect">
            <a:avLst/>
          </a:prstGeom>
        </p:spPr>
      </p:pic>
      <p:pic>
        <p:nvPicPr>
          <p:cNvPr id="6" name="S24-9_항로해역" descr="s3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07163" y="3414911"/>
            <a:ext cx="1972930" cy="1062633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25-2_바다낚시_팝업" descr="s3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0326" y="2068909"/>
            <a:ext cx="1004186" cy="2148880"/>
          </a:xfrm>
          <a:prstGeom prst="rect">
            <a:avLst/>
          </a:prstGeom>
        </p:spPr>
      </p:pic>
      <p:pic>
        <p:nvPicPr>
          <p:cNvPr id="4" name="S25-4_서핑_팝업" descr="s3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4047" y="2068909"/>
            <a:ext cx="1004186" cy="2148880"/>
          </a:xfrm>
          <a:prstGeom prst="rect">
            <a:avLst/>
          </a:prstGeom>
        </p:spPr>
      </p:pic>
      <p:pic>
        <p:nvPicPr>
          <p:cNvPr id="5" name="S25-10_바다갈라짐_7일표" descr="s3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7767" y="2068909"/>
            <a:ext cx="1004186" cy="2148880"/>
          </a:xfrm>
          <a:prstGeom prst="rect">
            <a:avLst/>
          </a:prstGeom>
        </p:spPr>
      </p:pic>
      <p:pic>
        <p:nvPicPr>
          <p:cNvPr id="6" name="S25-11_너울_해안선" descr="s36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1488" y="2068909"/>
            <a:ext cx="1004186" cy="21488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09-5_공지사항_전체" descr="s3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163" y="1395909"/>
            <a:ext cx="1972930" cy="1593949"/>
          </a:xfrm>
          <a:prstGeom prst="rect">
            <a:avLst/>
          </a:prstGeom>
        </p:spPr>
      </p:pic>
      <p:pic>
        <p:nvPicPr>
          <p:cNvPr id="4" name="S26-1_제보_관리자답변" descr="s3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628" y="1395909"/>
            <a:ext cx="1972930" cy="1593949"/>
          </a:xfrm>
          <a:prstGeom prst="rect">
            <a:avLst/>
          </a:prstGeom>
        </p:spPr>
      </p:pic>
      <p:pic>
        <p:nvPicPr>
          <p:cNvPr id="5" name="S26-2_설정_관심해역" descr="s37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32093" y="1395909"/>
            <a:ext cx="1972930" cy="1593949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4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S30-1_앱다운로드_QR" descr="s43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674" y="5492948"/>
            <a:ext cx="1216837" cy="12161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Custom</PresentationFormat>
  <Paragraphs>0</Paragraphs>
  <Slides>43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바다 : 그 날의 신호, SEA:GNAL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