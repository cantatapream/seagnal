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3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image" Target="../media/image4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image" Target="../media/image54.png"/><Relationship Id="rId4" Type="http://schemas.openxmlformats.org/officeDocument/2006/relationships/image" Target="../media/image5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image" Target="../media/image5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Relationship Id="rId3" Type="http://schemas.openxmlformats.org/officeDocument/2006/relationships/image" Target="../media/image82.png"/><Relationship Id="rId4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logo_SEAGNAL_앱아이콘" descr="s0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419" y="652066"/>
            <a:ext cx="1323163" cy="13341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09-1_특보정보탭" descr="s0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209" y="970855"/>
            <a:ext cx="3485116" cy="7214096"/>
          </a:xfrm>
          <a:prstGeom prst="rect">
            <a:avLst/>
          </a:prstGeom>
        </p:spPr>
      </p:pic>
      <p:pic>
        <p:nvPicPr>
          <p:cNvPr id="4" name="S02-1_수상_해양경찰청AI경진대회" descr="s02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7023" y="7204968"/>
            <a:ext cx="1027814" cy="10272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logo_기상청" descr="s0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512" y="2800945"/>
            <a:ext cx="2551814" cy="661194"/>
          </a:xfrm>
          <a:prstGeom prst="rect">
            <a:avLst/>
          </a:prstGeom>
        </p:spPr>
      </p:pic>
      <p:pic>
        <p:nvPicPr>
          <p:cNvPr id="4" name="logo_국립해양조사원" descr="s0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047" y="3698280"/>
            <a:ext cx="4028558" cy="732036"/>
          </a:xfrm>
          <a:prstGeom prst="rect">
            <a:avLst/>
          </a:prstGeom>
        </p:spPr>
      </p:pic>
      <p:pic>
        <p:nvPicPr>
          <p:cNvPr id="5" name="logo_국가법령정보센터" descr="s05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8512" y="4619228"/>
            <a:ext cx="2551814" cy="732036"/>
          </a:xfrm>
          <a:prstGeom prst="rect">
            <a:avLst/>
          </a:prstGeom>
        </p:spPr>
      </p:pic>
      <p:pic>
        <p:nvPicPr>
          <p:cNvPr id="6" name="logo_윈디_모자이크" descr="s05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30326" y="6555581"/>
            <a:ext cx="649767" cy="661194"/>
          </a:xfrm>
          <a:prstGeom prst="rect">
            <a:avLst/>
          </a:prstGeom>
        </p:spPr>
      </p:pic>
      <p:pic>
        <p:nvPicPr>
          <p:cNvPr id="7" name="logo_바다타임_모자이크" descr="s05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98233" y="6555581"/>
            <a:ext cx="649767" cy="6611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02-1_수상_해양경찰청AI경진대회" descr="s0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9302" y="663873"/>
            <a:ext cx="921488" cy="9327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08" descr="s09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163" y="5847159"/>
            <a:ext cx="7041116" cy="26920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_AI_제미나이_아이콘모음" descr="s1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093" y="4477544"/>
            <a:ext cx="5505302" cy="18655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09-1_특보정보탭" descr="s1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372" y="1702891"/>
            <a:ext cx="1299535" cy="2526705"/>
          </a:xfrm>
          <a:prstGeom prst="rect">
            <a:avLst/>
          </a:prstGeom>
        </p:spPr>
      </p:pic>
      <p:pic>
        <p:nvPicPr>
          <p:cNvPr id="4" name="S09-2_해양종합정보탭" descr="s14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116" y="1702891"/>
            <a:ext cx="1299535" cy="2526705"/>
          </a:xfrm>
          <a:prstGeom prst="rect">
            <a:avLst/>
          </a:prstGeom>
        </p:spPr>
      </p:pic>
      <p:pic>
        <p:nvPicPr>
          <p:cNvPr id="5" name="S09-3_해양안전_사고분석" descr="s14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860" y="1702891"/>
            <a:ext cx="1299535" cy="2526705"/>
          </a:xfrm>
          <a:prstGeom prst="rect">
            <a:avLst/>
          </a:prstGeom>
        </p:spPr>
      </p:pic>
      <p:pic>
        <p:nvPicPr>
          <p:cNvPr id="6" name="S09-4_해양생활_바다낚시" descr="s14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2605" y="1702891"/>
            <a:ext cx="1299535" cy="2526705"/>
          </a:xfrm>
          <a:prstGeom prst="rect">
            <a:avLst/>
          </a:prstGeom>
        </p:spPr>
      </p:pic>
      <p:pic>
        <p:nvPicPr>
          <p:cNvPr id="7" name="S09-5_공지사항_전체" descr="s14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26977" y="1702891"/>
            <a:ext cx="1299535" cy="25267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09-1_특보정보탭" descr="s1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535" y="1927225"/>
            <a:ext cx="3402419" cy="64230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11-1_해상기상전망" descr="s16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186" y="2871788"/>
            <a:ext cx="3355163" cy="2550319"/>
          </a:xfrm>
          <a:prstGeom prst="rect">
            <a:avLst/>
          </a:prstGeom>
        </p:spPr>
      </p:pic>
      <p:pic>
        <p:nvPicPr>
          <p:cNvPr id="4" name="S11-2_해상일기도" descr="s16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3535" y="2871788"/>
            <a:ext cx="3355163" cy="179466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12-2_특보구역카드_전체화면" descr="s17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395" y="1962646"/>
            <a:ext cx="2740837" cy="547846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13-1_특보알림_크롭" descr="s1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8233" y="1927225"/>
            <a:ext cx="2929860" cy="4014391"/>
          </a:xfrm>
          <a:prstGeom prst="rect">
            <a:avLst/>
          </a:prstGeom>
        </p:spPr>
      </p:pic>
      <p:pic>
        <p:nvPicPr>
          <p:cNvPr id="4" name="S13-3_안전권고팝업_발표" descr="s18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1535" y="1927225"/>
            <a:ext cx="2929860" cy="321151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14-1_챗봇답변_크롭" descr="s2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605" y="2824559"/>
            <a:ext cx="2575442" cy="467558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09-2_해양종합정보탭" descr="s2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930" y="1809155"/>
            <a:ext cx="2717209" cy="536039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09-2_해양종합정보탭" descr="s2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6837" y="1738312"/>
            <a:ext cx="1394047" cy="2644775"/>
          </a:xfrm>
          <a:prstGeom prst="rect">
            <a:avLst/>
          </a:prstGeom>
        </p:spPr>
      </p:pic>
      <p:pic>
        <p:nvPicPr>
          <p:cNvPr id="4" name="S18-2_유향유속" descr="s24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2791" y="1738312"/>
            <a:ext cx="1370419" cy="2644775"/>
          </a:xfrm>
          <a:prstGeom prst="rect">
            <a:avLst/>
          </a:prstGeom>
        </p:spPr>
      </p:pic>
      <p:pic>
        <p:nvPicPr>
          <p:cNvPr id="5" name="S18-3_파고파향" descr="s24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5116" y="1738312"/>
            <a:ext cx="1394047" cy="26447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20-1_태풍_기상청" descr="s26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3581" y="2541191"/>
            <a:ext cx="4725581" cy="2290564"/>
          </a:xfrm>
          <a:prstGeom prst="rect">
            <a:avLst/>
          </a:prstGeom>
        </p:spPr>
      </p:pic>
      <p:pic>
        <p:nvPicPr>
          <p:cNvPr id="4" name="S20-2_태풍_JMA" descr="s26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0465" y="2541191"/>
            <a:ext cx="4690140" cy="22905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09-3_해양안전_사고분석" descr="s27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535" y="1927225"/>
            <a:ext cx="3662326" cy="51714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22-1_위험지형_잠김경고" descr="s2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0093" y="2564805"/>
            <a:ext cx="2244651" cy="4250531"/>
          </a:xfrm>
          <a:prstGeom prst="rect">
            <a:avLst/>
          </a:prstGeom>
        </p:spPr>
      </p:pic>
      <p:pic>
        <p:nvPicPr>
          <p:cNvPr id="4" name="S22-3_물빠짐_예측팝업" descr="s28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1256" y="2564805"/>
            <a:ext cx="2197395" cy="425053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24-1_금지구역_지도" descr="s3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163" y="2659261"/>
            <a:ext cx="1890233" cy="3707408"/>
          </a:xfrm>
          <a:prstGeom prst="rect">
            <a:avLst/>
          </a:prstGeom>
        </p:spPr>
      </p:pic>
      <p:pic>
        <p:nvPicPr>
          <p:cNvPr id="4" name="S24-3_출입통제구역_팝업" descr="s30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0651" y="2659261"/>
            <a:ext cx="1913860" cy="3707408"/>
          </a:xfrm>
          <a:prstGeom prst="rect">
            <a:avLst/>
          </a:prstGeom>
        </p:spPr>
      </p:pic>
      <p:pic>
        <p:nvPicPr>
          <p:cNvPr id="5" name="S24-4_항행경보" descr="s30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209" y="3674666"/>
            <a:ext cx="2681767" cy="3093442"/>
          </a:xfrm>
          <a:prstGeom prst="rect">
            <a:avLst/>
          </a:prstGeom>
        </p:spPr>
      </p:pic>
      <p:pic>
        <p:nvPicPr>
          <p:cNvPr id="6" name="S24-9_항로해역" descr="s30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53581" y="2989858"/>
            <a:ext cx="1878419" cy="13105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25-2_바다낚시_팝업" descr="s3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488" y="2387699"/>
            <a:ext cx="567070" cy="897334"/>
          </a:xfrm>
          <a:prstGeom prst="rect">
            <a:avLst/>
          </a:prstGeom>
        </p:spPr>
      </p:pic>
      <p:pic>
        <p:nvPicPr>
          <p:cNvPr id="4" name="S25-4_서핑_팝업" descr="s31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326" y="2387699"/>
            <a:ext cx="567070" cy="897334"/>
          </a:xfrm>
          <a:prstGeom prst="rect">
            <a:avLst/>
          </a:prstGeom>
        </p:spPr>
      </p:pic>
      <p:pic>
        <p:nvPicPr>
          <p:cNvPr id="5" name="S25-10_바다갈라짐_7일표" descr="s31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2977" y="2387699"/>
            <a:ext cx="578884" cy="897334"/>
          </a:xfrm>
          <a:prstGeom prst="rect">
            <a:avLst/>
          </a:prstGeom>
        </p:spPr>
      </p:pic>
      <p:pic>
        <p:nvPicPr>
          <p:cNvPr id="6" name="S25-11_너울_해안선" descr="s31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23628" y="2387699"/>
            <a:ext cx="578884" cy="89733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09-5_공지사항_전체" descr="s3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488" y="2387699"/>
            <a:ext cx="567070" cy="909141"/>
          </a:xfrm>
          <a:prstGeom prst="rect">
            <a:avLst/>
          </a:prstGeom>
        </p:spPr>
      </p:pic>
      <p:pic>
        <p:nvPicPr>
          <p:cNvPr id="4" name="S26-1_제보_관리자답변" descr="s32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0837" y="2387699"/>
            <a:ext cx="578884" cy="909141"/>
          </a:xfrm>
          <a:prstGeom prst="rect">
            <a:avLst/>
          </a:prstGeom>
        </p:spPr>
      </p:pic>
      <p:pic>
        <p:nvPicPr>
          <p:cNvPr id="5" name="S26-2_설정_관심해역" descr="s32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3628" y="2387699"/>
            <a:ext cx="578884" cy="90914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106196" y="3050383"/>
            <a:ext cx="0" cy="36000"/>
          </a:xfrm>
          <a:prstGeom prst="line">
            <a:avLst/>
          </a:prstGeom>
          <a:ln w="31750">
            <a:solidFill>
              <a:srgbClr val="EEF1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logo_SEAGNAL_앱아이콘" descr="s3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814" y="5280422"/>
            <a:ext cx="1358605" cy="1357809"/>
          </a:xfrm>
          <a:prstGeom prst="rect">
            <a:avLst/>
          </a:prstGeom>
        </p:spPr>
      </p:pic>
      <p:pic>
        <p:nvPicPr>
          <p:cNvPr id="4" name="S30-1_앱다운로드_QR" descr="s38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9767" y="5280422"/>
            <a:ext cx="1358605" cy="13578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Custom</PresentationFormat>
  <Paragraphs>0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바다 : 그 날의 신호, SEA:GNAL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