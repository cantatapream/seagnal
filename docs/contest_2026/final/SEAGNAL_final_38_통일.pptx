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image" Target="../media/image4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Relationship Id="rId3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1_특보정보탭" descr="s0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349" y="829171"/>
            <a:ext cx="3461488" cy="7485658"/>
          </a:xfrm>
          <a:prstGeom prst="rect">
            <a:avLst/>
          </a:prstGeom>
        </p:spPr>
      </p:pic>
      <p:pic>
        <p:nvPicPr>
          <p:cNvPr id="4" name="S02-1_수상_해양경찰청AI경진대회" descr="s0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4233" y="7075091"/>
            <a:ext cx="1334977" cy="13223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logo_기상청" descr="s0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49" y="2930823"/>
            <a:ext cx="4004930" cy="720229"/>
          </a:xfrm>
          <a:prstGeom prst="rect">
            <a:avLst/>
          </a:prstGeom>
        </p:spPr>
      </p:pic>
      <p:pic>
        <p:nvPicPr>
          <p:cNvPr id="4" name="logo_국립해양조사원" descr="s0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49" y="3875385"/>
            <a:ext cx="4004930" cy="732036"/>
          </a:xfrm>
          <a:prstGeom prst="rect">
            <a:avLst/>
          </a:prstGeom>
        </p:spPr>
      </p:pic>
      <p:pic>
        <p:nvPicPr>
          <p:cNvPr id="5" name="logo_국가법령정보센터" descr="s05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349" y="4808141"/>
            <a:ext cx="4004930" cy="743843"/>
          </a:xfrm>
          <a:prstGeom prst="rect">
            <a:avLst/>
          </a:prstGeom>
        </p:spPr>
      </p:pic>
      <p:pic>
        <p:nvPicPr>
          <p:cNvPr id="6" name="logo_윈디_모자이크" descr="s05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47628" y="6319441"/>
            <a:ext cx="567070" cy="578545"/>
          </a:xfrm>
          <a:prstGeom prst="rect">
            <a:avLst/>
          </a:prstGeom>
        </p:spPr>
      </p:pic>
      <p:pic>
        <p:nvPicPr>
          <p:cNvPr id="7" name="logo_바다타임_모자이크" descr="s05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56465" y="6319441"/>
            <a:ext cx="590698" cy="578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8" descr="s0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698" y="5965230"/>
            <a:ext cx="2410047" cy="22551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_AI_제미나이_아이콘모음" descr="s1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209" y="4217789"/>
            <a:ext cx="7702698" cy="20898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1_특보정보탭" descr="s1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535" y="1584821"/>
            <a:ext cx="1299535" cy="2644775"/>
          </a:xfrm>
          <a:prstGeom prst="rect">
            <a:avLst/>
          </a:prstGeom>
        </p:spPr>
      </p:pic>
      <p:pic>
        <p:nvPicPr>
          <p:cNvPr id="4" name="S09-2_해양종합정보탭" descr="s1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884" y="1584821"/>
            <a:ext cx="1299535" cy="2644775"/>
          </a:xfrm>
          <a:prstGeom prst="rect">
            <a:avLst/>
          </a:prstGeom>
        </p:spPr>
      </p:pic>
      <p:pic>
        <p:nvPicPr>
          <p:cNvPr id="5" name="S09-3_해양안전_사고분석" descr="s1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419" y="1584821"/>
            <a:ext cx="1311349" cy="2644775"/>
          </a:xfrm>
          <a:prstGeom prst="rect">
            <a:avLst/>
          </a:prstGeom>
        </p:spPr>
      </p:pic>
      <p:pic>
        <p:nvPicPr>
          <p:cNvPr id="6" name="S09-4_해양생활_바다낚시" descr="s14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1767" y="1584821"/>
            <a:ext cx="1311349" cy="2644775"/>
          </a:xfrm>
          <a:prstGeom prst="rect">
            <a:avLst/>
          </a:prstGeom>
        </p:spPr>
      </p:pic>
      <p:pic>
        <p:nvPicPr>
          <p:cNvPr id="7" name="S09-5_공지사항_전체" descr="s14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37116" y="1584821"/>
            <a:ext cx="1299535" cy="26447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1_특보정보탭" descr="s1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860" y="2222401"/>
            <a:ext cx="3237023" cy="61042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11-1_해상기상전망" descr="s1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070" y="3155156"/>
            <a:ext cx="3237023" cy="2432248"/>
          </a:xfrm>
          <a:prstGeom prst="rect">
            <a:avLst/>
          </a:prstGeom>
        </p:spPr>
      </p:pic>
      <p:pic>
        <p:nvPicPr>
          <p:cNvPr id="4" name="S11-2_해상일기도" descr="s1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791" y="3155156"/>
            <a:ext cx="3248837" cy="1511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12-2_특보구역카드_전체화면" descr="s1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163" y="1950839"/>
            <a:ext cx="2421860" cy="52305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13-1_특보알림_크롭" descr="s1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674" y="2175173"/>
            <a:ext cx="2870791" cy="3459460"/>
          </a:xfrm>
          <a:prstGeom prst="rect">
            <a:avLst/>
          </a:prstGeom>
        </p:spPr>
      </p:pic>
      <p:pic>
        <p:nvPicPr>
          <p:cNvPr id="4" name="S13-3_안전권고팝업_발표" descr="s1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349" y="2175173"/>
            <a:ext cx="2882605" cy="28454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14-1_챗봇답변_크롭" descr="s2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674" y="2966244"/>
            <a:ext cx="2185581" cy="445125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2_해양종합정보탭" descr="s2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256" y="2552998"/>
            <a:ext cx="2280093" cy="46519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2_해양종합정보탭" descr="s2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465" y="2045295"/>
            <a:ext cx="3827721" cy="1853704"/>
          </a:xfrm>
          <a:prstGeom prst="rect">
            <a:avLst/>
          </a:prstGeom>
        </p:spPr>
      </p:pic>
      <p:pic>
        <p:nvPicPr>
          <p:cNvPr id="4" name="S18-2_유향유속" descr="s2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023" y="2045295"/>
            <a:ext cx="3839535" cy="1853704"/>
          </a:xfrm>
          <a:prstGeom prst="rect">
            <a:avLst/>
          </a:prstGeom>
        </p:spPr>
      </p:pic>
      <p:pic>
        <p:nvPicPr>
          <p:cNvPr id="5" name="S18-3_파고파향" descr="s2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33395" y="2045295"/>
            <a:ext cx="3827721" cy="185370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19-1_해점정보" descr="s2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1209" y="2623840"/>
            <a:ext cx="3709581" cy="3884513"/>
          </a:xfrm>
          <a:prstGeom prst="rect">
            <a:avLst/>
          </a:prstGeom>
        </p:spPr>
      </p:pic>
      <p:pic>
        <p:nvPicPr>
          <p:cNvPr id="4" name="S19-2_해점정보_아래" descr="s2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395" y="2623840"/>
            <a:ext cx="3709581" cy="388451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20-1_태풍_기상청" descr="s2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651" y="2423120"/>
            <a:ext cx="2929860" cy="6682780"/>
          </a:xfrm>
          <a:prstGeom prst="rect">
            <a:avLst/>
          </a:prstGeom>
        </p:spPr>
      </p:pic>
      <p:pic>
        <p:nvPicPr>
          <p:cNvPr id="4" name="S20-2_태풍_JMA" descr="s2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674" y="2423120"/>
            <a:ext cx="2929860" cy="6682780"/>
          </a:xfrm>
          <a:prstGeom prst="rect">
            <a:avLst/>
          </a:prstGeom>
        </p:spPr>
      </p:pic>
      <p:pic>
        <p:nvPicPr>
          <p:cNvPr id="5" name="Picture 4" descr="s26_top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023" y="3426718"/>
            <a:ext cx="7714512" cy="1983581"/>
          </a:xfrm>
          <a:prstGeom prst="rect">
            <a:avLst/>
          </a:prstGeom>
        </p:spPr>
      </p:pic>
      <p:pic>
        <p:nvPicPr>
          <p:cNvPr id="6" name="Picture 5" descr="s26_top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63" y="7075091"/>
            <a:ext cx="6899349" cy="1428651"/>
          </a:xfrm>
          <a:prstGeom prst="rect">
            <a:avLst/>
          </a:prstGeom>
        </p:spPr>
      </p:pic>
      <p:pic>
        <p:nvPicPr>
          <p:cNvPr id="7" name="Picture 6" descr="s26_top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7767" y="6177756"/>
            <a:ext cx="6710326" cy="232598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3_해양안전_사고분석" descr="s2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488" y="2104330"/>
            <a:ext cx="3473302" cy="498256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22-1_위험지형_잠김경고" descr="s2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837" y="2600226"/>
            <a:ext cx="2055628" cy="4203303"/>
          </a:xfrm>
          <a:prstGeom prst="rect">
            <a:avLst/>
          </a:prstGeom>
        </p:spPr>
      </p:pic>
      <p:pic>
        <p:nvPicPr>
          <p:cNvPr id="4" name="S22-3_물빠짐_예측팝업" descr="s2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721" y="2600226"/>
            <a:ext cx="2055628" cy="420330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24-1_금지구역_지도" descr="s3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093" y="3202384"/>
            <a:ext cx="2043814" cy="2455862"/>
          </a:xfrm>
          <a:prstGeom prst="rect">
            <a:avLst/>
          </a:prstGeom>
        </p:spPr>
      </p:pic>
      <p:pic>
        <p:nvPicPr>
          <p:cNvPr id="4" name="S24-3_출입통제구역_팝업" descr="s30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558" y="3202384"/>
            <a:ext cx="2032000" cy="2455862"/>
          </a:xfrm>
          <a:prstGeom prst="rect">
            <a:avLst/>
          </a:prstGeom>
        </p:spPr>
      </p:pic>
      <p:pic>
        <p:nvPicPr>
          <p:cNvPr id="5" name="S24-4_항행경보" descr="s30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721" y="4123333"/>
            <a:ext cx="2599070" cy="2798266"/>
          </a:xfrm>
          <a:prstGeom prst="rect">
            <a:avLst/>
          </a:prstGeom>
        </p:spPr>
      </p:pic>
      <p:pic>
        <p:nvPicPr>
          <p:cNvPr id="6" name="S24-9_항로해역" descr="s30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7163" y="3414911"/>
            <a:ext cx="1972930" cy="106263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25-2_바다낚시_팝업" descr="s3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140" y="1785541"/>
            <a:ext cx="1039628" cy="2148880"/>
          </a:xfrm>
          <a:prstGeom prst="rect">
            <a:avLst/>
          </a:prstGeom>
        </p:spPr>
      </p:pic>
      <p:pic>
        <p:nvPicPr>
          <p:cNvPr id="4" name="S25-4_서핑_팝업" descr="s3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581" y="1785541"/>
            <a:ext cx="1063256" cy="2148880"/>
          </a:xfrm>
          <a:prstGeom prst="rect">
            <a:avLst/>
          </a:prstGeom>
        </p:spPr>
      </p:pic>
      <p:pic>
        <p:nvPicPr>
          <p:cNvPr id="5" name="S25-10_바다갈라짐_7일표" descr="s31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1349" y="1785541"/>
            <a:ext cx="1039628" cy="2148880"/>
          </a:xfrm>
          <a:prstGeom prst="rect">
            <a:avLst/>
          </a:prstGeom>
        </p:spPr>
      </p:pic>
      <p:pic>
        <p:nvPicPr>
          <p:cNvPr id="6" name="S25-11_너울_해안선" descr="s31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06791" y="1785541"/>
            <a:ext cx="1039628" cy="21488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5_공지사항_전체" descr="s3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163" y="1395909"/>
            <a:ext cx="1972930" cy="1593949"/>
          </a:xfrm>
          <a:prstGeom prst="rect">
            <a:avLst/>
          </a:prstGeom>
        </p:spPr>
      </p:pic>
      <p:pic>
        <p:nvPicPr>
          <p:cNvPr id="4" name="S26-1_제보_관리자답변" descr="s3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628" y="1395909"/>
            <a:ext cx="1972930" cy="1593949"/>
          </a:xfrm>
          <a:prstGeom prst="rect">
            <a:avLst/>
          </a:prstGeom>
        </p:spPr>
      </p:pic>
      <p:pic>
        <p:nvPicPr>
          <p:cNvPr id="5" name="S26-2_설정_관심해역" descr="s32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2093" y="1395909"/>
            <a:ext cx="1972930" cy="159394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30-1_앱다운로드_QR" descr="s3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4" y="5492948"/>
            <a:ext cx="1216837" cy="12161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Custom</PresentationFormat>
  <Paragraphs>0</Paragraphs>
  <Slides>38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바다 : 그 날의 신호, SEA:GNAL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