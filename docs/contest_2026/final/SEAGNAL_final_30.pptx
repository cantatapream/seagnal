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0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652066"/>
            <a:ext cx="1323163" cy="13341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56" y="911820"/>
            <a:ext cx="3426047" cy="7320359"/>
          </a:xfrm>
          <a:prstGeom prst="rect">
            <a:avLst/>
          </a:prstGeom>
        </p:spPr>
      </p:pic>
      <p:pic>
        <p:nvPicPr>
          <p:cNvPr id="4" name="S02-1_수상_해양경찰청AI경진대회" descr="s0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2372" y="7736284"/>
            <a:ext cx="897860" cy="897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21953" y="8491934"/>
            <a:ext cx="3567814" cy="2833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95">
                <a:solidFill>
                  <a:srgbClr val="7DD3FC"/>
                </a:solidFill>
                <a:latin typeface="맑은 고딕"/>
              </a:rPr>
              <a:t>※ 수상하였으나 포상은 받지 않았습니다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512" y="2800945"/>
            <a:ext cx="2551814" cy="661194"/>
          </a:xfrm>
          <a:prstGeom prst="rect">
            <a:avLst/>
          </a:prstGeom>
        </p:spPr>
      </p:pic>
      <p:pic>
        <p:nvPicPr>
          <p:cNvPr id="4" name="logo_국립해양조사원" descr="s0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7" y="3698280"/>
            <a:ext cx="4028558" cy="732036"/>
          </a:xfrm>
          <a:prstGeom prst="rect">
            <a:avLst/>
          </a:prstGeom>
        </p:spPr>
      </p:pic>
      <p:pic>
        <p:nvPicPr>
          <p:cNvPr id="5" name="logo_국가법령정보센터" descr="s0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512" y="4619228"/>
            <a:ext cx="2551814" cy="732036"/>
          </a:xfrm>
          <a:prstGeom prst="rect">
            <a:avLst/>
          </a:prstGeom>
        </p:spPr>
      </p:pic>
      <p:pic>
        <p:nvPicPr>
          <p:cNvPr id="6" name="logo_윈디_모자이크" descr="s0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0326" y="6555581"/>
            <a:ext cx="649767" cy="661194"/>
          </a:xfrm>
          <a:prstGeom prst="rect">
            <a:avLst/>
          </a:prstGeom>
        </p:spPr>
      </p:pic>
      <p:pic>
        <p:nvPicPr>
          <p:cNvPr id="7" name="logo_바다타임_모자이크" descr="s0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98233" y="6555581"/>
            <a:ext cx="649767" cy="661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-1_수상_해양경찰청AI경진대회" descr="s0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1349" y="628452"/>
            <a:ext cx="1429488" cy="14168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22326" y="2104330"/>
            <a:ext cx="1890233" cy="247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2">
                <a:solidFill>
                  <a:srgbClr val="7DD3FC"/>
                </a:solidFill>
                <a:latin typeface="맑은 고딕"/>
              </a:rPr>
              <a:t>※ 포상은 받지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163" y="5847159"/>
            <a:ext cx="7041116" cy="26920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372" y="1702891"/>
            <a:ext cx="1299535" cy="2526705"/>
          </a:xfrm>
          <a:prstGeom prst="rect">
            <a:avLst/>
          </a:prstGeom>
        </p:spPr>
      </p:pic>
      <p:pic>
        <p:nvPicPr>
          <p:cNvPr id="4" name="S09-2_해양종합정보탭" descr="s0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116" y="1702891"/>
            <a:ext cx="1299535" cy="2526705"/>
          </a:xfrm>
          <a:prstGeom prst="rect">
            <a:avLst/>
          </a:prstGeom>
        </p:spPr>
      </p:pic>
      <p:pic>
        <p:nvPicPr>
          <p:cNvPr id="5" name="S09-3_해양안전_사고분석" descr="s0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1860" y="1702891"/>
            <a:ext cx="1299535" cy="2526705"/>
          </a:xfrm>
          <a:prstGeom prst="rect">
            <a:avLst/>
          </a:prstGeom>
        </p:spPr>
      </p:pic>
      <p:pic>
        <p:nvPicPr>
          <p:cNvPr id="6" name="S09-4_해양생활_바다낚시" descr="s0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2605" y="1702891"/>
            <a:ext cx="1299535" cy="2526705"/>
          </a:xfrm>
          <a:prstGeom prst="rect">
            <a:avLst/>
          </a:prstGeom>
        </p:spPr>
      </p:pic>
      <p:pic>
        <p:nvPicPr>
          <p:cNvPr id="7" name="S09-5_공지사항_전체" descr="s0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6977" y="1702891"/>
            <a:ext cx="1299535" cy="2526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35" y="1927225"/>
            <a:ext cx="3402419" cy="6423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86" y="2871788"/>
            <a:ext cx="3355163" cy="2550319"/>
          </a:xfrm>
          <a:prstGeom prst="rect">
            <a:avLst/>
          </a:prstGeom>
        </p:spPr>
      </p:pic>
      <p:pic>
        <p:nvPicPr>
          <p:cNvPr id="4" name="S11-2_해상일기도" descr="s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535" y="2871788"/>
            <a:ext cx="3355163" cy="1794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2_특보구역카드_전체화면" descr="s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395" y="1962646"/>
            <a:ext cx="2740837" cy="54784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33" y="1927225"/>
            <a:ext cx="2929860" cy="4014391"/>
          </a:xfrm>
          <a:prstGeom prst="rect">
            <a:avLst/>
          </a:prstGeom>
        </p:spPr>
      </p:pic>
      <p:pic>
        <p:nvPicPr>
          <p:cNvPr id="4" name="S13-3_안전권고팝업_발표" descr="s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535" y="1927225"/>
            <a:ext cx="2929860" cy="32115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5" y="2824559"/>
            <a:ext cx="2575442" cy="467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" y="1809155"/>
            <a:ext cx="271720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837" y="1738312"/>
            <a:ext cx="1394047" cy="2644775"/>
          </a:xfrm>
          <a:prstGeom prst="rect">
            <a:avLst/>
          </a:prstGeom>
        </p:spPr>
      </p:pic>
      <p:pic>
        <p:nvPicPr>
          <p:cNvPr id="4" name="S18-2_유향유속" descr="s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791" y="1738312"/>
            <a:ext cx="1370419" cy="2644775"/>
          </a:xfrm>
          <a:prstGeom prst="rect">
            <a:avLst/>
          </a:prstGeom>
        </p:spPr>
      </p:pic>
      <p:pic>
        <p:nvPicPr>
          <p:cNvPr id="5" name="S18-3_파고파향" descr="s1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5116" y="1738312"/>
            <a:ext cx="1394047" cy="26447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581" y="2541191"/>
            <a:ext cx="4725581" cy="2290564"/>
          </a:xfrm>
          <a:prstGeom prst="rect">
            <a:avLst/>
          </a:prstGeom>
        </p:spPr>
      </p:pic>
      <p:pic>
        <p:nvPicPr>
          <p:cNvPr id="4" name="S20-2_태풍_JMA" descr="s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65" y="2541191"/>
            <a:ext cx="4690140" cy="22905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35" y="1927225"/>
            <a:ext cx="3662326" cy="517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93" y="2564805"/>
            <a:ext cx="2244651" cy="4250531"/>
          </a:xfrm>
          <a:prstGeom prst="rect">
            <a:avLst/>
          </a:prstGeom>
        </p:spPr>
      </p:pic>
      <p:pic>
        <p:nvPicPr>
          <p:cNvPr id="4" name="S22-3_물빠짐_예측팝업" descr="s2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256" y="2564805"/>
            <a:ext cx="219739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163" y="2659261"/>
            <a:ext cx="1890233" cy="3707408"/>
          </a:xfrm>
          <a:prstGeom prst="rect">
            <a:avLst/>
          </a:prstGeom>
        </p:spPr>
      </p:pic>
      <p:pic>
        <p:nvPicPr>
          <p:cNvPr id="4" name="S24-3_출입통제구역_팝업" descr="s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651" y="2659261"/>
            <a:ext cx="1913860" cy="3707408"/>
          </a:xfrm>
          <a:prstGeom prst="rect">
            <a:avLst/>
          </a:prstGeom>
        </p:spPr>
      </p:pic>
      <p:pic>
        <p:nvPicPr>
          <p:cNvPr id="5" name="S24-4_항행경보" descr="s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09" y="3674666"/>
            <a:ext cx="2681767" cy="3093442"/>
          </a:xfrm>
          <a:prstGeom prst="rect">
            <a:avLst/>
          </a:prstGeom>
        </p:spPr>
      </p:pic>
      <p:pic>
        <p:nvPicPr>
          <p:cNvPr id="6" name="S24-9_항로해역" descr="s2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3581" y="2989858"/>
            <a:ext cx="1878419" cy="13105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2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897334"/>
          </a:xfrm>
          <a:prstGeom prst="rect">
            <a:avLst/>
          </a:prstGeom>
        </p:spPr>
      </p:pic>
      <p:pic>
        <p:nvPicPr>
          <p:cNvPr id="4" name="S25-4_서핑_팝업" descr="s2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326" y="2387699"/>
            <a:ext cx="567070" cy="897334"/>
          </a:xfrm>
          <a:prstGeom prst="rect">
            <a:avLst/>
          </a:prstGeom>
        </p:spPr>
      </p:pic>
      <p:pic>
        <p:nvPicPr>
          <p:cNvPr id="5" name="S25-10_바다갈라짐_7일표" descr="s2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977" y="2387699"/>
            <a:ext cx="578884" cy="897334"/>
          </a:xfrm>
          <a:prstGeom prst="rect">
            <a:avLst/>
          </a:prstGeom>
        </p:spPr>
      </p:pic>
      <p:pic>
        <p:nvPicPr>
          <p:cNvPr id="6" name="S25-11_너울_해안선" descr="s2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628" y="2387699"/>
            <a:ext cx="578884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2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909141"/>
          </a:xfrm>
          <a:prstGeom prst="rect">
            <a:avLst/>
          </a:prstGeom>
        </p:spPr>
      </p:pic>
      <p:pic>
        <p:nvPicPr>
          <p:cNvPr id="4" name="S26-1_제보_관리자답변" descr="s2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837" y="2387699"/>
            <a:ext cx="578884" cy="909141"/>
          </a:xfrm>
          <a:prstGeom prst="rect">
            <a:avLst/>
          </a:prstGeom>
        </p:spPr>
      </p:pic>
      <p:pic>
        <p:nvPicPr>
          <p:cNvPr id="5" name="S26-2_설정_관심해역" descr="s2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628" y="2387699"/>
            <a:ext cx="578884" cy="90914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3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488" y="5079702"/>
            <a:ext cx="1382233" cy="1405037"/>
          </a:xfrm>
          <a:prstGeom prst="rect">
            <a:avLst/>
          </a:prstGeom>
        </p:spPr>
      </p:pic>
      <p:pic>
        <p:nvPicPr>
          <p:cNvPr id="4" name="S30-1_앱다운로드_QR" descr="s3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279" y="5079702"/>
            <a:ext cx="1382233" cy="14050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