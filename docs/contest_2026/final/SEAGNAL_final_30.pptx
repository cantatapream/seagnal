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6256000" cy="90731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logo_SEAGNAL_앱아이콘" descr="s0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19" y="614326"/>
            <a:ext cx="1323163" cy="1334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1_특보정보탭" descr="s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56" y="874233"/>
            <a:ext cx="3426047" cy="7324651"/>
          </a:xfrm>
          <a:prstGeom prst="rect">
            <a:avLst/>
          </a:prstGeom>
        </p:spPr>
      </p:pic>
      <p:pic>
        <p:nvPicPr>
          <p:cNvPr id="4" name="S02-1_수상_해양경찰청AI경진대회" descr="s0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2372" y="7702698"/>
            <a:ext cx="897860" cy="8978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logo_기상청" descr="s0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512" y="2764465"/>
            <a:ext cx="2551814" cy="661581"/>
          </a:xfrm>
          <a:prstGeom prst="rect">
            <a:avLst/>
          </a:prstGeom>
        </p:spPr>
      </p:pic>
      <p:pic>
        <p:nvPicPr>
          <p:cNvPr id="4" name="logo_국립해양조사원" descr="s0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47" y="3662326"/>
            <a:ext cx="4028558" cy="732465"/>
          </a:xfrm>
          <a:prstGeom prst="rect">
            <a:avLst/>
          </a:prstGeom>
        </p:spPr>
      </p:pic>
      <p:pic>
        <p:nvPicPr>
          <p:cNvPr id="5" name="logo_국가법령정보센터" descr="s0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512" y="4583814"/>
            <a:ext cx="2551814" cy="732465"/>
          </a:xfrm>
          <a:prstGeom prst="rect">
            <a:avLst/>
          </a:prstGeom>
        </p:spPr>
      </p:pic>
      <p:pic>
        <p:nvPicPr>
          <p:cNvPr id="6" name="logo_윈디" descr="s0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0326" y="6521302"/>
            <a:ext cx="649767" cy="661581"/>
          </a:xfrm>
          <a:prstGeom prst="rect">
            <a:avLst/>
          </a:prstGeom>
        </p:spPr>
      </p:pic>
      <p:pic>
        <p:nvPicPr>
          <p:cNvPr id="7" name="logo_바다타임" descr="s0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98233" y="6521302"/>
            <a:ext cx="649767" cy="6615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2-1_수상_해양경찰청AI경진대회" descr="s0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1349" y="590698"/>
            <a:ext cx="1429488" cy="1417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8" descr="s0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163" y="5812465"/>
            <a:ext cx="7041116" cy="2693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1_특보정보탭" descr="s0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372" y="1665767"/>
            <a:ext cx="1299535" cy="2528186"/>
          </a:xfrm>
          <a:prstGeom prst="rect">
            <a:avLst/>
          </a:prstGeom>
        </p:spPr>
      </p:pic>
      <p:pic>
        <p:nvPicPr>
          <p:cNvPr id="4" name="S09-2_해양종합정보탭" descr="s0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16" y="1665767"/>
            <a:ext cx="1299535" cy="2528186"/>
          </a:xfrm>
          <a:prstGeom prst="rect">
            <a:avLst/>
          </a:prstGeom>
        </p:spPr>
      </p:pic>
      <p:pic>
        <p:nvPicPr>
          <p:cNvPr id="5" name="S09-3_해양안전_사고분석" descr="s0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860" y="1665767"/>
            <a:ext cx="1299535" cy="2528186"/>
          </a:xfrm>
          <a:prstGeom prst="rect">
            <a:avLst/>
          </a:prstGeom>
        </p:spPr>
      </p:pic>
      <p:pic>
        <p:nvPicPr>
          <p:cNvPr id="6" name="S09-4_해양생활_바다낚시" descr="s0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605" y="1665767"/>
            <a:ext cx="1299535" cy="2528186"/>
          </a:xfrm>
          <a:prstGeom prst="rect">
            <a:avLst/>
          </a:prstGeom>
        </p:spPr>
      </p:pic>
      <p:pic>
        <p:nvPicPr>
          <p:cNvPr id="7" name="S09-5_공지사항_전체" descr="s0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6977" y="1665767"/>
            <a:ext cx="1299535" cy="25281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1_특보정보탭" descr="s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5" y="1890233"/>
            <a:ext cx="3402419" cy="64267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11-1_해상기상전망" descr="s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86" y="2835349"/>
            <a:ext cx="3355163" cy="2551814"/>
          </a:xfrm>
          <a:prstGeom prst="rect">
            <a:avLst/>
          </a:prstGeom>
        </p:spPr>
      </p:pic>
      <p:pic>
        <p:nvPicPr>
          <p:cNvPr id="4" name="S11-2_해상일기도" descr="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535" y="2835349"/>
            <a:ext cx="3355163" cy="1795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12-1_특보구역카드_부이" descr="s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581" y="1949302"/>
            <a:ext cx="2764465" cy="54344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13-1_특보알림_크롭" descr="s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233" y="1890233"/>
            <a:ext cx="2929860" cy="4016744"/>
          </a:xfrm>
          <a:prstGeom prst="rect">
            <a:avLst/>
          </a:prstGeom>
        </p:spPr>
      </p:pic>
      <p:pic>
        <p:nvPicPr>
          <p:cNvPr id="4" name="S13-2_안전권고팝업_해제" descr="s1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1535" y="1890233"/>
            <a:ext cx="2929860" cy="32133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14-1_챗봇답변_크롭" descr="s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605" y="2788093"/>
            <a:ext cx="2575442" cy="4678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2_해양종합정보탭" descr="s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930" y="1772093"/>
            <a:ext cx="2717209" cy="53635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2_해양종합정보탭" descr="s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837" y="1701209"/>
            <a:ext cx="1394047" cy="2646326"/>
          </a:xfrm>
          <a:prstGeom prst="rect">
            <a:avLst/>
          </a:prstGeom>
        </p:spPr>
      </p:pic>
      <p:pic>
        <p:nvPicPr>
          <p:cNvPr id="4" name="S18-2_유향유속" descr="s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791" y="1701209"/>
            <a:ext cx="1370419" cy="2646326"/>
          </a:xfrm>
          <a:prstGeom prst="rect">
            <a:avLst/>
          </a:prstGeom>
        </p:spPr>
      </p:pic>
      <p:pic>
        <p:nvPicPr>
          <p:cNvPr id="5" name="S18-3_파고파향" descr="s1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5116" y="1701209"/>
            <a:ext cx="1394047" cy="26463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20-1_태풍_기상청" descr="s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581" y="2504558"/>
            <a:ext cx="4725581" cy="2291907"/>
          </a:xfrm>
          <a:prstGeom prst="rect">
            <a:avLst/>
          </a:prstGeom>
        </p:spPr>
      </p:pic>
      <p:pic>
        <p:nvPicPr>
          <p:cNvPr id="4" name="S20-2_태풍_JMA" descr="s2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465" y="2504558"/>
            <a:ext cx="4690140" cy="22919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3_해양안전_사고분석" descr="s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535" y="1890233"/>
            <a:ext cx="3662326" cy="5174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22-1_위험지형_잠김경고" descr="s2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093" y="2528186"/>
            <a:ext cx="2244651" cy="4253023"/>
          </a:xfrm>
          <a:prstGeom prst="rect">
            <a:avLst/>
          </a:prstGeom>
        </p:spPr>
      </p:pic>
      <p:pic>
        <p:nvPicPr>
          <p:cNvPr id="4" name="S22-3_물빠짐_예측팝업" descr="s2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256" y="2528186"/>
            <a:ext cx="2197395" cy="42530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24-1_금지구역_지도" descr="s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63" y="2622698"/>
            <a:ext cx="1890233" cy="3709581"/>
          </a:xfrm>
          <a:prstGeom prst="rect">
            <a:avLst/>
          </a:prstGeom>
        </p:spPr>
      </p:pic>
      <p:pic>
        <p:nvPicPr>
          <p:cNvPr id="4" name="S24-3_출입통제구역_팝업" descr="s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651" y="2622698"/>
            <a:ext cx="1913860" cy="3709581"/>
          </a:xfrm>
          <a:prstGeom prst="rect">
            <a:avLst/>
          </a:prstGeom>
        </p:spPr>
      </p:pic>
      <p:pic>
        <p:nvPicPr>
          <p:cNvPr id="5" name="S24-4_항행경보" descr="s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209" y="3638698"/>
            <a:ext cx="2681767" cy="3095256"/>
          </a:xfrm>
          <a:prstGeom prst="rect">
            <a:avLst/>
          </a:prstGeom>
        </p:spPr>
      </p:pic>
      <p:pic>
        <p:nvPicPr>
          <p:cNvPr id="6" name="S24-9_항로해역" descr="s2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3581" y="2953488"/>
            <a:ext cx="1878419" cy="13113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25-2_바다낚시_팝업" descr="s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88" y="2350977"/>
            <a:ext cx="567070" cy="897860"/>
          </a:xfrm>
          <a:prstGeom prst="rect">
            <a:avLst/>
          </a:prstGeom>
        </p:spPr>
      </p:pic>
      <p:pic>
        <p:nvPicPr>
          <p:cNvPr id="4" name="S25-4_서핑_팝업" descr="s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26" y="2350977"/>
            <a:ext cx="567070" cy="897860"/>
          </a:xfrm>
          <a:prstGeom prst="rect">
            <a:avLst/>
          </a:prstGeom>
        </p:spPr>
      </p:pic>
      <p:pic>
        <p:nvPicPr>
          <p:cNvPr id="5" name="S25-10_바다갈라짐_7일표" descr="s2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2977" y="2350977"/>
            <a:ext cx="578884" cy="897860"/>
          </a:xfrm>
          <a:prstGeom prst="rect">
            <a:avLst/>
          </a:prstGeom>
        </p:spPr>
      </p:pic>
      <p:pic>
        <p:nvPicPr>
          <p:cNvPr id="6" name="S25-11_너울_해안선" descr="s2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3628" y="2350977"/>
            <a:ext cx="578884" cy="8978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S09-5_공지사항_전체" descr="s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88" y="2350977"/>
            <a:ext cx="567070" cy="909674"/>
          </a:xfrm>
          <a:prstGeom prst="rect">
            <a:avLst/>
          </a:prstGeom>
        </p:spPr>
      </p:pic>
      <p:pic>
        <p:nvPicPr>
          <p:cNvPr id="4" name="S26-1_제보_관리자답변" descr="s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837" y="2350977"/>
            <a:ext cx="578884" cy="909674"/>
          </a:xfrm>
          <a:prstGeom prst="rect">
            <a:avLst/>
          </a:prstGeom>
        </p:spPr>
      </p:pic>
      <p:pic>
        <p:nvPicPr>
          <p:cNvPr id="5" name="S26-2_설정_관심해역" descr="s2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628" y="2350977"/>
            <a:ext cx="578884" cy="9096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73116"/>
          </a:xfrm>
          <a:prstGeom prst="rect">
            <a:avLst/>
          </a:prstGeom>
        </p:spPr>
      </p:pic>
      <p:pic>
        <p:nvPicPr>
          <p:cNvPr id="3" name="logo_SEAGNAL_앱아이콘" descr="s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88" y="5044558"/>
            <a:ext cx="1382233" cy="1405860"/>
          </a:xfrm>
          <a:prstGeom prst="rect">
            <a:avLst/>
          </a:prstGeom>
        </p:spPr>
      </p:pic>
      <p:pic>
        <p:nvPicPr>
          <p:cNvPr id="4" name="S30-1_앱다운로드_QR" descr="s3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279" y="5044558"/>
            <a:ext cx="1382233" cy="1405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